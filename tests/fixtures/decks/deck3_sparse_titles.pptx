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Genetics &amp; Heredity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6 — High School Biology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Topics covered this week:</a:t>
            </a:r>
          </a:p>
          <a:p>
            <a:r>
              <a:t>1. Mendelian genetics</a:t>
            </a:r>
          </a:p>
          <a:p>
            <a:r>
              <a:t>2. Punnett squares</a:t>
            </a:r>
          </a:p>
          <a:p>
            <a:r>
              <a:t>3. Incomplete dominance</a:t>
            </a:r>
          </a:p>
          <a:p>
            <a:r>
              <a:t>4. Codominance</a:t>
            </a:r>
          </a:p>
          <a:p>
            <a:r>
              <a:t>5. Sex-linked traits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Mendelian Genetics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Gregor Mendel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Father of modern genetics</a:t>
            </a:r>
          </a:p>
          <a:p>
            <a:r>
              <a:t>1822–1884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Punnett Squares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in pairs on the worksheet.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Mendel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Sex-linked Traits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 with a partner:</a:t>
            </a:r>
          </a:p>
          <a:p>
            <a:r>
              <a:t>1. What is a dominant allele?</a:t>
            </a:r>
          </a:p>
          <a:p>
            <a:r>
              <a:t>2. What is a recessive allele?</a:t>
            </a:r>
          </a:p>
          <a:p>
            <a:r>
              <a:t>3. What is codominance?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covered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