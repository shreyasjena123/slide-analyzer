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 component by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 component by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 component by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 component by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 component by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Photosynthesis: A Visual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 Biology — Unit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The Chloroplast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Site of photosynthesis in plant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Light Reactions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Occur in the thylakoid membrane.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Electron Transport Chain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Produces ATP via chemiosmosis.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The Calvin Cycle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Occurs in the stroma; fixes CO2 into G3P.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Factors Affecting Photosynthesis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Light intensity, CO2, temperature.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