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hockey stick shape in the temperature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energy flow diagram if students are confused.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Keeling Curve graph. Ask students to identify the seasonal oscillation.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Climate Science: Evidence and Impacts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Environmental Studies 201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/>
              <a:t>Rising Global Temperatures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• Global avg temp has risen ~1.1°C since pre-industrial era
• Rate of warming accelerating since 1980
• 2015–2023: 9 of the 10 hottest years on record
• Arctic warming 3–4× faster than global average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114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/>
              <a:t>Sea Level Rise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Source: NOAA, 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/>
              <a:t>Greenhouse Gas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How the greenhouse effect works:
1. Solar radiation passes through atmosphere
2. Earth's surface absorbs and re-emits as infrared
3. Greenhouse gases (CO2, CH4, N2O) trap outgoing IR
4. Atmosphere warms; energy re-radiated back to surface
Key greenhouse gases:
• CO2: 76% of emissions (fossil fuels, deforestation)
• CH4: 16% (agriculture, landfills, natural gas)
• N2O: 6% (fertilizers, combustion)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286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/>
              <a:t>Observed vs. Projected Impacts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OBSERVED (now)
• More frequent extreme weather
• Coral reef bleaching
• Glacier retreat
• Species range shifts
• Earlier spring phenology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PROJECTED (2100 RCP8.5)
• +2.6 to +4.8°C warming
• +0.5 to +1.0m sea level rise
• Loss of summer Arctic sea ice
• Increased drought frequency
• Mass extinction risk: 30–50% species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/>
              <a:t>CO2 Concentration: Historical Trend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30352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Pre-industrial (1750): 280 ppm | 1950: 310 ppm | 2000: 370 ppm | 2024: 425 ppm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